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3600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751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77166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8924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244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4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52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569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200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3943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4128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276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3763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70655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31395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823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AD44B-3405-4146-A4C9-35B007052D2E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F6EE3-0493-4D44-AFA0-8035724CBF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332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8CB012-6ED8-4BEE-937B-38EF0FD6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E" dirty="0"/>
              <a:t>Pillars of the game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5EF4E7-C968-4EF2-BEF4-464EEF18AB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E" dirty="0"/>
              <a:t>The players will compete in grass laden gravity defying tracks with intense speed and grass cutting</a:t>
            </a:r>
          </a:p>
          <a:p>
            <a:r>
              <a:rPr lang="en-IE" dirty="0"/>
              <a:t>A story mode based on the origin of the lawnmowers in space.</a:t>
            </a:r>
          </a:p>
          <a:p>
            <a:r>
              <a:rPr lang="en-IE" dirty="0"/>
              <a:t>The races will take place in a variety of places such as the rings of Saturn </a:t>
            </a:r>
          </a:p>
          <a:p>
            <a:r>
              <a:rPr lang="en-IE" dirty="0"/>
              <a:t>The game world will be an immersive place with interesting space scenery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890B682-A3CC-44B3-85FE-5E66D86576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927" y="2057401"/>
            <a:ext cx="2431834" cy="11853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487FF4-181A-4D84-A0EE-CA8DE687F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788" y="2057401"/>
            <a:ext cx="2847975" cy="160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F457D6-044F-4783-ACCE-F325822EB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927" y="3950502"/>
            <a:ext cx="2143125" cy="2143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94D043-9FFE-40B9-B936-F38B059A0B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477" y="4155706"/>
            <a:ext cx="25146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29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FC6C-1C78-49E0-93B2-BE0E1543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E" dirty="0"/>
              <a:t>Gameplay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03773-4AA6-489D-9A3F-1964BA37F7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E" dirty="0"/>
              <a:t>The game will be a fun arcade racer with good use of gravity to counteract the slower speed of the lawnmowers to create a learning curb of the game</a:t>
            </a:r>
          </a:p>
          <a:p>
            <a:r>
              <a:rPr lang="en-IE" dirty="0"/>
              <a:t>The gameplay will feel quite floaty due to the use of gravity in the game </a:t>
            </a:r>
          </a:p>
          <a:p>
            <a:r>
              <a:rPr lang="en-IE" dirty="0"/>
              <a:t>The game will be satisfying to play when winning but frustrating when losing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FC58DE-5FAE-4D67-8184-F121151331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322" y="1896777"/>
            <a:ext cx="2857500" cy="16002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B02989-E74F-423E-8820-F6C7C0255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991" y="4064077"/>
            <a:ext cx="25146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2919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</TotalTime>
  <Words>120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Vapor Trail</vt:lpstr>
      <vt:lpstr>Pillars of the game</vt:lpstr>
      <vt:lpstr>Gameplay Description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Pillars of the game</dc:title>
  <dc:creator>Jack Nulty</dc:creator>
  <cp:lastModifiedBy>(Student) - Jack Nulty</cp:lastModifiedBy>
  <cp:revision>2</cp:revision>
  <dcterms:created xsi:type="dcterms:W3CDTF">2021-11-12T10:32:42Z</dcterms:created>
  <dcterms:modified xsi:type="dcterms:W3CDTF">2021-11-12T10:59:27Z</dcterms:modified>
</cp:coreProperties>
</file>