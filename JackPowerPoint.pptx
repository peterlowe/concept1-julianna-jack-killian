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36000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6751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77166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43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892496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3244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40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9527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0569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200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3139433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441287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32768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837636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706557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313953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98233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AAD44B-3405-4146-A4C9-35B007052D2E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6F6EE3-0493-4D44-AFA0-8035724CBF3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3329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98CB012-6ED8-4BEE-937B-38EF0FD65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764373"/>
            <a:ext cx="10820400" cy="1293028"/>
          </a:xfrm>
        </p:spPr>
        <p:txBody>
          <a:bodyPr/>
          <a:lstStyle/>
          <a:p>
            <a:pPr algn="l"/>
            <a:r>
              <a:rPr lang="en-IE" dirty="0"/>
              <a:t>Pillars of the game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5EF4E7-C968-4EF2-BEF4-464EEF18AB1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IE" dirty="0"/>
              <a:t>The players will compete in grass laden gravity defying tracks with intense speed and grass cutting</a:t>
            </a:r>
          </a:p>
          <a:p>
            <a:r>
              <a:rPr lang="en-IE" dirty="0"/>
              <a:t>A story mode based on the origin of the lawnmowers in space.</a:t>
            </a:r>
          </a:p>
          <a:p>
            <a:r>
              <a:rPr lang="en-IE" dirty="0"/>
              <a:t>The races will take place in a variety of places such as the rings </a:t>
            </a:r>
            <a:r>
              <a:rPr lang="en-IE"/>
              <a:t>of Saturn </a:t>
            </a:r>
            <a:endParaRPr lang="en-I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573F08-8082-46BC-B74F-550A073D34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94629126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6</TotalTime>
  <Words>49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Century Gothic</vt:lpstr>
      <vt:lpstr>Vapor Trail</vt:lpstr>
      <vt:lpstr>Pillars of the game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Pillars of the game</dc:title>
  <dc:creator>Jack Nulty</dc:creator>
  <cp:lastModifiedBy>(Student) - Jack Nulty</cp:lastModifiedBy>
  <cp:revision>1</cp:revision>
  <dcterms:created xsi:type="dcterms:W3CDTF">2021-11-12T10:32:42Z</dcterms:created>
  <dcterms:modified xsi:type="dcterms:W3CDTF">2021-11-12T10:39:18Z</dcterms:modified>
</cp:coreProperties>
</file>